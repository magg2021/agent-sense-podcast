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Albert Sans Medium"/>
      <p:regular r:id="rId12"/>
      <p:bold r:id="rId13"/>
      <p:italic r:id="rId14"/>
      <p:boldItalic r:id="rId15"/>
    </p:embeddedFont>
    <p:embeddedFont>
      <p:font typeface="Albert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AlbertSansMedium-bold.fntdata"/><Relationship Id="rId12" Type="http://schemas.openxmlformats.org/officeDocument/2006/relationships/font" Target="fonts/AlbertSans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lbertSansMedium-boldItalic.fntdata"/><Relationship Id="rId14" Type="http://schemas.openxmlformats.org/officeDocument/2006/relationships/font" Target="fonts/AlbertSansMedium-italic.fntdata"/><Relationship Id="rId17" Type="http://schemas.openxmlformats.org/officeDocument/2006/relationships/font" Target="fonts/AlbertSans-bold.fntdata"/><Relationship Id="rId16" Type="http://schemas.openxmlformats.org/officeDocument/2006/relationships/font" Target="fonts/AlbertSans-regular.fntdata"/><Relationship Id="rId5" Type="http://schemas.openxmlformats.org/officeDocument/2006/relationships/notesMaster" Target="notesMasters/notesMaster1.xml"/><Relationship Id="rId19" Type="http://schemas.openxmlformats.org/officeDocument/2006/relationships/font" Target="fonts/AlbertSans-boldItalic.fntdata"/><Relationship Id="rId6" Type="http://schemas.openxmlformats.org/officeDocument/2006/relationships/slide" Target="slides/slide1.xml"/><Relationship Id="rId18" Type="http://schemas.openxmlformats.org/officeDocument/2006/relationships/font" Target="fonts/Albert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a87f3e69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a87f3e69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6a87f3e69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6a87f3e69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a87f3e69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a87f3e69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a87f3e69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a87f3e69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a87f3e69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a87f3e69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1071200"/>
            <a:ext cx="8520600" cy="1371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4320">
                <a:solidFill>
                  <a:schemeClr val="lt1"/>
                </a:solidFill>
                <a:latin typeface="Albert Sans"/>
                <a:ea typeface="Albert Sans"/>
                <a:cs typeface="Albert Sans"/>
                <a:sym typeface="Albert Sans"/>
              </a:rPr>
              <a:t>Talk title</a:t>
            </a:r>
            <a:endParaRPr b="1" sz="4320">
              <a:solidFill>
                <a:schemeClr val="lt1"/>
              </a:solidFill>
              <a:latin typeface="Albert Sans"/>
              <a:ea typeface="Albert Sans"/>
              <a:cs typeface="Albert Sans"/>
              <a:sym typeface="Albert Sans"/>
            </a:endParaRPr>
          </a:p>
          <a:p>
            <a:pPr indent="0" lvl="0" marL="0" rtl="0" algn="l">
              <a:spcBef>
                <a:spcPts val="0"/>
              </a:spcBef>
              <a:spcAft>
                <a:spcPts val="0"/>
              </a:spcAft>
              <a:buSzPts val="990"/>
              <a:buNone/>
            </a:pPr>
            <a:r>
              <a:t/>
            </a:r>
            <a:endParaRPr sz="4320"/>
          </a:p>
        </p:txBody>
      </p:sp>
      <p:pic>
        <p:nvPicPr>
          <p:cNvPr id="55" name="Google Shape;55;p13" title="logo-SUMMIT-AI.png"/>
          <p:cNvPicPr preferRelativeResize="0"/>
          <p:nvPr/>
        </p:nvPicPr>
        <p:blipFill>
          <a:blip r:embed="rId4">
            <a:alphaModFix/>
          </a:blip>
          <a:stretch>
            <a:fillRect/>
          </a:stretch>
        </p:blipFill>
        <p:spPr>
          <a:xfrm>
            <a:off x="6048860" y="3860750"/>
            <a:ext cx="2783440" cy="640200"/>
          </a:xfrm>
          <a:prstGeom prst="rect">
            <a:avLst/>
          </a:prstGeom>
          <a:noFill/>
          <a:ln>
            <a:noFill/>
          </a:ln>
        </p:spPr>
      </p:pic>
      <p:sp>
        <p:nvSpPr>
          <p:cNvPr id="56" name="Google Shape;56;p13"/>
          <p:cNvSpPr txBox="1"/>
          <p:nvPr>
            <p:ph type="title"/>
          </p:nvPr>
        </p:nvSpPr>
        <p:spPr>
          <a:xfrm>
            <a:off x="6440050" y="4653350"/>
            <a:ext cx="929400" cy="62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highlight>
                  <a:srgbClr val="FFFFFF"/>
                </a:highlight>
                <a:latin typeface="Albert Sans"/>
                <a:ea typeface="Albert Sans"/>
                <a:cs typeface="Albert Sans"/>
                <a:sym typeface="Albert Sans"/>
              </a:rPr>
              <a:t>Presented by</a:t>
            </a:r>
            <a:endParaRPr sz="900">
              <a:highlight>
                <a:srgbClr val="FFFFFF"/>
              </a:highlight>
              <a:latin typeface="Albert Sans"/>
              <a:ea typeface="Albert Sans"/>
              <a:cs typeface="Albert Sans"/>
              <a:sym typeface="Albert Sans"/>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lnSpc>
                <a:spcPct val="115000"/>
              </a:lnSpc>
              <a:spcBef>
                <a:spcPts val="0"/>
              </a:spcBef>
              <a:spcAft>
                <a:spcPts val="0"/>
              </a:spcAft>
              <a:buSzPts val="990"/>
              <a:buNone/>
            </a:pPr>
            <a:r>
              <a:t/>
            </a:r>
            <a:endParaRPr b="1" sz="2420">
              <a:solidFill>
                <a:schemeClr val="lt1"/>
              </a:solidFill>
              <a:latin typeface="Albert Sans"/>
              <a:ea typeface="Albert Sans"/>
              <a:cs typeface="Albert Sans"/>
              <a:sym typeface="Albert Sans"/>
            </a:endParaRPr>
          </a:p>
          <a:p>
            <a:pPr indent="0" lvl="0" marL="0" rtl="0" algn="l">
              <a:spcBef>
                <a:spcPts val="0"/>
              </a:spcBef>
              <a:spcAft>
                <a:spcPts val="0"/>
              </a:spcAft>
              <a:buSzPts val="990"/>
              <a:buNone/>
            </a:pPr>
            <a:r>
              <a:t/>
            </a:r>
            <a:endParaRPr sz="4320"/>
          </a:p>
        </p:txBody>
      </p:sp>
      <p:pic>
        <p:nvPicPr>
          <p:cNvPr id="57" name="Google Shape;57;p13" title="JSL-logo.png"/>
          <p:cNvPicPr preferRelativeResize="0"/>
          <p:nvPr/>
        </p:nvPicPr>
        <p:blipFill>
          <a:blip r:embed="rId5">
            <a:alphaModFix/>
          </a:blip>
          <a:stretch>
            <a:fillRect/>
          </a:stretch>
        </p:blipFill>
        <p:spPr>
          <a:xfrm>
            <a:off x="7434713" y="4627329"/>
            <a:ext cx="1315180" cy="362985"/>
          </a:xfrm>
          <a:prstGeom prst="rect">
            <a:avLst/>
          </a:prstGeom>
          <a:noFill/>
          <a:ln>
            <a:noFill/>
          </a:ln>
        </p:spPr>
      </p:pic>
      <p:pic>
        <p:nvPicPr>
          <p:cNvPr id="58" name="Google Shape;58;p13"/>
          <p:cNvPicPr preferRelativeResize="0"/>
          <p:nvPr/>
        </p:nvPicPr>
        <p:blipFill rotWithShape="1">
          <a:blip r:embed="rId6">
            <a:alphaModFix/>
          </a:blip>
          <a:srcRect b="0" l="0" r="0" t="0"/>
          <a:stretch/>
        </p:blipFill>
        <p:spPr>
          <a:xfrm>
            <a:off x="400925" y="2491040"/>
            <a:ext cx="929400" cy="929400"/>
          </a:xfrm>
          <a:prstGeom prst="roundRect">
            <a:avLst>
              <a:gd fmla="val 16667" name="adj"/>
            </a:avLst>
          </a:prstGeom>
          <a:noFill/>
          <a:ln>
            <a:noFill/>
          </a:ln>
        </p:spPr>
      </p:pic>
      <p:sp>
        <p:nvSpPr>
          <p:cNvPr id="59" name="Google Shape;59;p13"/>
          <p:cNvSpPr txBox="1"/>
          <p:nvPr/>
        </p:nvSpPr>
        <p:spPr>
          <a:xfrm>
            <a:off x="1380550" y="2493791"/>
            <a:ext cx="2559000" cy="33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0098DA"/>
                </a:solidFill>
                <a:latin typeface="Albert Sans"/>
                <a:ea typeface="Albert Sans"/>
                <a:cs typeface="Albert Sans"/>
                <a:sym typeface="Albert Sans"/>
              </a:rPr>
              <a:t>Speaker Name</a:t>
            </a:r>
            <a:endParaRPr b="1" i="0" sz="1800" u="none" cap="none" strike="noStrike">
              <a:solidFill>
                <a:srgbClr val="0098DA"/>
              </a:solidFill>
              <a:latin typeface="Albert Sans"/>
              <a:ea typeface="Albert Sans"/>
              <a:cs typeface="Albert Sans"/>
              <a:sym typeface="Albert Sans"/>
            </a:endParaRPr>
          </a:p>
        </p:txBody>
      </p:sp>
      <p:sp>
        <p:nvSpPr>
          <p:cNvPr id="60" name="Google Shape;60;p13"/>
          <p:cNvSpPr txBox="1"/>
          <p:nvPr/>
        </p:nvSpPr>
        <p:spPr>
          <a:xfrm>
            <a:off x="1380550" y="2837616"/>
            <a:ext cx="3019800" cy="64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i="0" lang="en" sz="1400" u="none" cap="none" strike="noStrike">
                <a:solidFill>
                  <a:schemeClr val="lt1"/>
                </a:solidFill>
                <a:latin typeface="Albert Sans Medium"/>
                <a:ea typeface="Albert Sans Medium"/>
                <a:cs typeface="Albert Sans Medium"/>
                <a:sym typeface="Albert Sans Medium"/>
              </a:rPr>
              <a:t>Job Title</a:t>
            </a:r>
            <a:endParaRPr i="0" sz="1400" u="none" cap="none" strike="noStrike">
              <a:solidFill>
                <a:schemeClr val="lt1"/>
              </a:solidFill>
              <a:latin typeface="Albert Sans Medium"/>
              <a:ea typeface="Albert Sans Medium"/>
              <a:cs typeface="Albert Sans Medium"/>
              <a:sym typeface="Albert Sans Medium"/>
            </a:endParaRPr>
          </a:p>
          <a:p>
            <a:pPr indent="0" lvl="0" marL="0" marR="0" rtl="0" algn="l">
              <a:lnSpc>
                <a:spcPct val="115000"/>
              </a:lnSpc>
              <a:spcBef>
                <a:spcPts val="0"/>
              </a:spcBef>
              <a:spcAft>
                <a:spcPts val="0"/>
              </a:spcAft>
              <a:buClr>
                <a:srgbClr val="000000"/>
              </a:buClr>
              <a:buSzPts val="1000"/>
              <a:buFont typeface="Arial"/>
              <a:buNone/>
            </a:pPr>
            <a:r>
              <a:rPr i="0" lang="en" sz="1400" u="none" cap="none" strike="noStrike">
                <a:solidFill>
                  <a:schemeClr val="lt1"/>
                </a:solidFill>
                <a:latin typeface="Albert Sans Medium"/>
                <a:ea typeface="Albert Sans Medium"/>
                <a:cs typeface="Albert Sans Medium"/>
                <a:sym typeface="Albert Sans Medium"/>
              </a:rPr>
              <a:t>Company</a:t>
            </a:r>
            <a:endParaRPr i="0" sz="1400" u="none" cap="none" strike="noStrike">
              <a:solidFill>
                <a:schemeClr val="lt1"/>
              </a:solidFill>
              <a:latin typeface="Albert Sans Medium"/>
              <a:ea typeface="Albert Sans Medium"/>
              <a:cs typeface="Albert Sans Medium"/>
              <a:sym typeface="Albert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100000"/>
              <a:buFont typeface="Arial"/>
              <a:buNone/>
            </a:pPr>
            <a:r>
              <a:rPr b="1" lang="en">
                <a:solidFill>
                  <a:schemeClr val="lt1"/>
                </a:solidFill>
                <a:latin typeface="Albert Sans"/>
                <a:ea typeface="Albert Sans"/>
                <a:cs typeface="Albert Sans"/>
                <a:sym typeface="Albert Sans"/>
              </a:rPr>
              <a:t>Title</a:t>
            </a:r>
            <a:endParaRPr b="1">
              <a:solidFill>
                <a:schemeClr val="lt1"/>
              </a:solidFill>
              <a:latin typeface="Albert Sans"/>
              <a:ea typeface="Albert Sans"/>
              <a:cs typeface="Albert Sans"/>
              <a:sym typeface="Albert Sans"/>
            </a:endParaRPr>
          </a:p>
          <a:p>
            <a:pPr indent="0" lvl="0" marL="0" rtl="0" algn="l">
              <a:spcBef>
                <a:spcPts val="0"/>
              </a:spcBef>
              <a:spcAft>
                <a:spcPts val="0"/>
              </a:spcAft>
              <a:buNone/>
            </a:pPr>
            <a:r>
              <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200"/>
              <a:buFont typeface="Arial"/>
              <a:buNone/>
            </a:pPr>
            <a:r>
              <a:rPr lang="en" sz="1200">
                <a:solidFill>
                  <a:schemeClr val="lt1"/>
                </a:solidFill>
                <a:latin typeface="Albert Sans Medium"/>
                <a:ea typeface="Albert Sans Medium"/>
                <a:cs typeface="Albert Sans Medium"/>
                <a:sym typeface="Albert Sans Medium"/>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200">
              <a:solidFill>
                <a:schemeClr val="lt1"/>
              </a:solidFill>
              <a:latin typeface="Albert Sans Medium"/>
              <a:ea typeface="Albert Sans Medium"/>
              <a:cs typeface="Albert Sans Medium"/>
              <a:sym typeface="Albert Sans Medium"/>
            </a:endParaRPr>
          </a:p>
          <a:p>
            <a:pPr indent="0" lvl="0" marL="0" rtl="0" algn="l">
              <a:spcBef>
                <a:spcPts val="0"/>
              </a:spcBef>
              <a:spcAft>
                <a:spcPts val="1200"/>
              </a:spcAft>
              <a:buNone/>
            </a:pPr>
            <a:r>
              <a:t/>
            </a:r>
            <a:endParaRPr/>
          </a:p>
        </p:txBody>
      </p:sp>
      <p:pic>
        <p:nvPicPr>
          <p:cNvPr id="67" name="Google Shape;67;p14" title="logo-SUMMIT-AI.png"/>
          <p:cNvPicPr preferRelativeResize="0"/>
          <p:nvPr/>
        </p:nvPicPr>
        <p:blipFill>
          <a:blip r:embed="rId4">
            <a:alphaModFix/>
          </a:blip>
          <a:stretch>
            <a:fillRect/>
          </a:stretch>
        </p:blipFill>
        <p:spPr>
          <a:xfrm>
            <a:off x="6667850" y="4374000"/>
            <a:ext cx="2237150" cy="514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a:solidFill>
                  <a:schemeClr val="lt1"/>
                </a:solidFill>
                <a:latin typeface="Albert Sans"/>
                <a:ea typeface="Albert Sans"/>
                <a:cs typeface="Albert Sans"/>
                <a:sym typeface="Albert Sans"/>
              </a:rPr>
              <a:t>Title</a:t>
            </a:r>
            <a:endParaRPr b="1">
              <a:solidFill>
                <a:schemeClr val="lt1"/>
              </a:solidFill>
              <a:latin typeface="Albert Sans"/>
              <a:ea typeface="Albert Sans"/>
              <a:cs typeface="Albert Sans"/>
              <a:sym typeface="Albert Sans"/>
            </a:endParaRPr>
          </a:p>
          <a:p>
            <a:pPr indent="0" lvl="0" marL="0" rtl="0" algn="l">
              <a:spcBef>
                <a:spcPts val="0"/>
              </a:spcBef>
              <a:spcAft>
                <a:spcPts val="0"/>
              </a:spcAft>
              <a:buNone/>
            </a:pPr>
            <a:r>
              <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chemeClr val="lt1"/>
              </a:buClr>
              <a:buSzPts val="1200"/>
              <a:buFont typeface="Albert Sans Medium"/>
              <a:buChar char="●"/>
            </a:pPr>
            <a:r>
              <a:rPr lang="en" sz="1200">
                <a:solidFill>
                  <a:schemeClr val="lt1"/>
                </a:solidFill>
                <a:latin typeface="Albert Sans Medium"/>
                <a:ea typeface="Albert Sans Medium"/>
                <a:cs typeface="Albert Sans Medium"/>
                <a:sym typeface="Albert Sans Medium"/>
              </a:rPr>
              <a:t>Bullet point text</a:t>
            </a:r>
            <a:endParaRPr>
              <a:solidFill>
                <a:schemeClr val="lt1"/>
              </a:solidFill>
              <a:latin typeface="Albert Sans Medium"/>
              <a:ea typeface="Albert Sans Medium"/>
              <a:cs typeface="Albert Sans Medium"/>
              <a:sym typeface="Albert Sans Medium"/>
            </a:endParaRPr>
          </a:p>
        </p:txBody>
      </p:sp>
      <p:pic>
        <p:nvPicPr>
          <p:cNvPr id="74" name="Google Shape;74;p15" title="logo-SUMMIT-AI.png"/>
          <p:cNvPicPr preferRelativeResize="0"/>
          <p:nvPr/>
        </p:nvPicPr>
        <p:blipFill>
          <a:blip r:embed="rId4">
            <a:alphaModFix/>
          </a:blip>
          <a:stretch>
            <a:fillRect/>
          </a:stretch>
        </p:blipFill>
        <p:spPr>
          <a:xfrm>
            <a:off x="6667850" y="4374000"/>
            <a:ext cx="2237150" cy="514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16"/>
          <p:cNvSpPr/>
          <p:nvPr/>
        </p:nvSpPr>
        <p:spPr>
          <a:xfrm>
            <a:off x="398500" y="505400"/>
            <a:ext cx="3029400" cy="2019600"/>
          </a:xfrm>
          <a:prstGeom prst="roundRect">
            <a:avLst>
              <a:gd fmla="val 7700" name="adj"/>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txBox="1"/>
          <p:nvPr>
            <p:ph type="title"/>
          </p:nvPr>
        </p:nvSpPr>
        <p:spPr>
          <a:xfrm>
            <a:off x="3856250" y="445025"/>
            <a:ext cx="4803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a:solidFill>
                  <a:schemeClr val="lt1"/>
                </a:solidFill>
                <a:latin typeface="Albert Sans"/>
                <a:ea typeface="Albert Sans"/>
                <a:cs typeface="Albert Sans"/>
                <a:sym typeface="Albert Sans"/>
              </a:rPr>
              <a:t>Title</a:t>
            </a:r>
            <a:endParaRPr b="1">
              <a:solidFill>
                <a:schemeClr val="lt1"/>
              </a:solidFill>
              <a:latin typeface="Albert Sans"/>
              <a:ea typeface="Albert Sans"/>
              <a:cs typeface="Albert Sans"/>
              <a:sym typeface="Albert Sans"/>
            </a:endParaRPr>
          </a:p>
          <a:p>
            <a:pPr indent="0" lvl="0" marL="0" rtl="0" algn="l">
              <a:spcBef>
                <a:spcPts val="0"/>
              </a:spcBef>
              <a:spcAft>
                <a:spcPts val="0"/>
              </a:spcAft>
              <a:buNone/>
            </a:pPr>
            <a:r>
              <a:t/>
            </a:r>
            <a:endParaRPr/>
          </a:p>
        </p:txBody>
      </p:sp>
      <p:sp>
        <p:nvSpPr>
          <p:cNvPr id="81" name="Google Shape;81;p16"/>
          <p:cNvSpPr txBox="1"/>
          <p:nvPr>
            <p:ph idx="1" type="body"/>
          </p:nvPr>
        </p:nvSpPr>
        <p:spPr>
          <a:xfrm>
            <a:off x="3856250" y="1152475"/>
            <a:ext cx="4959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lt1"/>
                </a:solidFill>
                <a:latin typeface="Albert Sans Medium"/>
                <a:ea typeface="Albert Sans Medium"/>
                <a:cs typeface="Albert Sans Medium"/>
                <a:sym typeface="Albert Sans Medium"/>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200">
              <a:solidFill>
                <a:schemeClr val="lt1"/>
              </a:solidFill>
              <a:latin typeface="Albert Sans Medium"/>
              <a:ea typeface="Albert Sans Medium"/>
              <a:cs typeface="Albert Sans Medium"/>
              <a:sym typeface="Albert Sans Medium"/>
            </a:endParaRPr>
          </a:p>
          <a:p>
            <a:pPr indent="0" lvl="0" marL="0" rtl="0" algn="l">
              <a:spcBef>
                <a:spcPts val="0"/>
              </a:spcBef>
              <a:spcAft>
                <a:spcPts val="1200"/>
              </a:spcAft>
              <a:buNone/>
            </a:pPr>
            <a:r>
              <a:t/>
            </a:r>
            <a:endParaRPr/>
          </a:p>
        </p:txBody>
      </p:sp>
      <p:sp>
        <p:nvSpPr>
          <p:cNvPr id="82" name="Google Shape;82;p16"/>
          <p:cNvSpPr txBox="1"/>
          <p:nvPr/>
        </p:nvSpPr>
        <p:spPr>
          <a:xfrm>
            <a:off x="1238753" y="1326783"/>
            <a:ext cx="1335000" cy="38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400" u="none" cap="none" strike="noStrike">
                <a:solidFill>
                  <a:srgbClr val="000000"/>
                </a:solidFill>
                <a:latin typeface="Albert Sans"/>
                <a:ea typeface="Albert Sans"/>
                <a:cs typeface="Albert Sans"/>
                <a:sym typeface="Albert Sans"/>
              </a:rPr>
              <a:t>Image</a:t>
            </a:r>
            <a:endParaRPr i="0" sz="1400" u="none" cap="none" strike="noStrike">
              <a:solidFill>
                <a:srgbClr val="000000"/>
              </a:solidFill>
              <a:latin typeface="Albert Sans"/>
              <a:ea typeface="Albert Sans"/>
              <a:cs typeface="Albert Sans"/>
              <a:sym typeface="Albert Sans"/>
            </a:endParaRPr>
          </a:p>
        </p:txBody>
      </p:sp>
      <p:pic>
        <p:nvPicPr>
          <p:cNvPr id="83" name="Google Shape;83;p16" title="logo-SUMMIT-AI.png"/>
          <p:cNvPicPr preferRelativeResize="0"/>
          <p:nvPr/>
        </p:nvPicPr>
        <p:blipFill>
          <a:blip r:embed="rId4">
            <a:alphaModFix/>
          </a:blip>
          <a:stretch>
            <a:fillRect/>
          </a:stretch>
        </p:blipFill>
        <p:spPr>
          <a:xfrm>
            <a:off x="6667850" y="4374000"/>
            <a:ext cx="2237150" cy="514550"/>
          </a:xfrm>
          <a:prstGeom prst="rect">
            <a:avLst/>
          </a:prstGeom>
          <a:noFill/>
          <a:ln>
            <a:noFill/>
          </a:ln>
        </p:spPr>
      </p:pic>
      <p:sp>
        <p:nvSpPr>
          <p:cNvPr id="84" name="Google Shape;84;p16"/>
          <p:cNvSpPr/>
          <p:nvPr/>
        </p:nvSpPr>
        <p:spPr>
          <a:xfrm>
            <a:off x="398500" y="2770000"/>
            <a:ext cx="3029400" cy="2019600"/>
          </a:xfrm>
          <a:prstGeom prst="roundRect">
            <a:avLst>
              <a:gd fmla="val 7700" name="adj"/>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6"/>
          <p:cNvSpPr txBox="1"/>
          <p:nvPr/>
        </p:nvSpPr>
        <p:spPr>
          <a:xfrm>
            <a:off x="1238753" y="3591383"/>
            <a:ext cx="1335000" cy="38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400" u="none" cap="none" strike="noStrike">
                <a:solidFill>
                  <a:srgbClr val="000000"/>
                </a:solidFill>
                <a:latin typeface="Albert Sans"/>
                <a:ea typeface="Albert Sans"/>
                <a:cs typeface="Albert Sans"/>
                <a:sym typeface="Albert Sans"/>
              </a:rPr>
              <a:t>Image</a:t>
            </a:r>
            <a:endParaRPr i="0" sz="1400" u="none" cap="none" strike="noStrike">
              <a:solidFill>
                <a:srgbClr val="000000"/>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7"/>
          <p:cNvSpPr txBox="1"/>
          <p:nvPr>
            <p:ph type="title"/>
          </p:nvPr>
        </p:nvSpPr>
        <p:spPr>
          <a:xfrm>
            <a:off x="6394550" y="445025"/>
            <a:ext cx="22371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a:solidFill>
                  <a:schemeClr val="lt1"/>
                </a:solidFill>
                <a:latin typeface="Albert Sans"/>
                <a:ea typeface="Albert Sans"/>
                <a:cs typeface="Albert Sans"/>
                <a:sym typeface="Albert Sans"/>
              </a:rPr>
              <a:t>Title</a:t>
            </a:r>
            <a:endParaRPr b="1">
              <a:solidFill>
                <a:schemeClr val="lt1"/>
              </a:solidFill>
              <a:latin typeface="Albert Sans"/>
              <a:ea typeface="Albert Sans"/>
              <a:cs typeface="Albert Sans"/>
              <a:sym typeface="Albert Sans"/>
            </a:endParaRPr>
          </a:p>
          <a:p>
            <a:pPr indent="0" lvl="0" marL="0" rtl="0" algn="l">
              <a:spcBef>
                <a:spcPts val="0"/>
              </a:spcBef>
              <a:spcAft>
                <a:spcPts val="0"/>
              </a:spcAft>
              <a:buNone/>
            </a:pPr>
            <a:r>
              <a:t/>
            </a:r>
            <a:endParaRPr/>
          </a:p>
        </p:txBody>
      </p:sp>
      <p:sp>
        <p:nvSpPr>
          <p:cNvPr id="91" name="Google Shape;91;p17"/>
          <p:cNvSpPr txBox="1"/>
          <p:nvPr>
            <p:ph idx="1" type="body"/>
          </p:nvPr>
        </p:nvSpPr>
        <p:spPr>
          <a:xfrm>
            <a:off x="6366200" y="1076275"/>
            <a:ext cx="2468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200"/>
              <a:buFont typeface="Arial"/>
              <a:buNone/>
            </a:pPr>
            <a:r>
              <a:rPr lang="en" sz="1200">
                <a:solidFill>
                  <a:schemeClr val="lt1"/>
                </a:solidFill>
                <a:latin typeface="Albert Sans Medium"/>
                <a:ea typeface="Albert Sans Medium"/>
                <a:cs typeface="Albert Sans Medium"/>
                <a:sym typeface="Albert Sans Medium"/>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sz="1200">
              <a:solidFill>
                <a:schemeClr val="lt1"/>
              </a:solidFill>
              <a:latin typeface="Albert Sans Medium"/>
              <a:ea typeface="Albert Sans Medium"/>
              <a:cs typeface="Albert Sans Medium"/>
              <a:sym typeface="Albert Sans Medium"/>
            </a:endParaRPr>
          </a:p>
          <a:p>
            <a:pPr indent="0" lvl="0" marL="0" rtl="0" algn="l">
              <a:spcBef>
                <a:spcPts val="0"/>
              </a:spcBef>
              <a:spcAft>
                <a:spcPts val="0"/>
              </a:spcAft>
              <a:buNone/>
            </a:pPr>
            <a:r>
              <a:t/>
            </a:r>
            <a:endParaRPr sz="1200">
              <a:solidFill>
                <a:schemeClr val="lt1"/>
              </a:solidFill>
              <a:latin typeface="Albert Sans Medium"/>
              <a:ea typeface="Albert Sans Medium"/>
              <a:cs typeface="Albert Sans Medium"/>
              <a:sym typeface="Albert Sans Medium"/>
            </a:endParaRPr>
          </a:p>
          <a:p>
            <a:pPr indent="0" lvl="0" marL="0" rtl="0" algn="l">
              <a:spcBef>
                <a:spcPts val="0"/>
              </a:spcBef>
              <a:spcAft>
                <a:spcPts val="1200"/>
              </a:spcAft>
              <a:buNone/>
            </a:pPr>
            <a:r>
              <a:t/>
            </a:r>
            <a:endParaRPr/>
          </a:p>
        </p:txBody>
      </p:sp>
      <p:pic>
        <p:nvPicPr>
          <p:cNvPr id="92" name="Google Shape;92;p17" title="logo-SUMMIT-AI.png"/>
          <p:cNvPicPr preferRelativeResize="0"/>
          <p:nvPr/>
        </p:nvPicPr>
        <p:blipFill>
          <a:blip r:embed="rId4">
            <a:alphaModFix/>
          </a:blip>
          <a:stretch>
            <a:fillRect/>
          </a:stretch>
        </p:blipFill>
        <p:spPr>
          <a:xfrm>
            <a:off x="6667850" y="4374000"/>
            <a:ext cx="2237150" cy="514550"/>
          </a:xfrm>
          <a:prstGeom prst="rect">
            <a:avLst/>
          </a:prstGeom>
          <a:noFill/>
          <a:ln>
            <a:noFill/>
          </a:ln>
        </p:spPr>
      </p:pic>
      <p:sp>
        <p:nvSpPr>
          <p:cNvPr id="93" name="Google Shape;93;p17"/>
          <p:cNvSpPr/>
          <p:nvPr/>
        </p:nvSpPr>
        <p:spPr>
          <a:xfrm>
            <a:off x="398500" y="445025"/>
            <a:ext cx="5715000" cy="4344600"/>
          </a:xfrm>
          <a:prstGeom prst="roundRect">
            <a:avLst>
              <a:gd fmla="val 7700" name="adj"/>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7"/>
          <p:cNvSpPr txBox="1"/>
          <p:nvPr/>
        </p:nvSpPr>
        <p:spPr>
          <a:xfrm>
            <a:off x="1983650" y="2406275"/>
            <a:ext cx="2518500" cy="42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400" u="none" cap="none" strike="noStrike">
                <a:solidFill>
                  <a:srgbClr val="000000"/>
                </a:solidFill>
                <a:latin typeface="Albert Sans"/>
                <a:ea typeface="Albert Sans"/>
                <a:cs typeface="Albert Sans"/>
                <a:sym typeface="Albert Sans"/>
              </a:rPr>
              <a:t>Image</a:t>
            </a:r>
            <a:endParaRPr i="0" sz="1400" u="none" cap="none" strike="noStrike">
              <a:solidFill>
                <a:srgbClr val="000000"/>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18"/>
          <p:cNvSpPr txBox="1"/>
          <p:nvPr/>
        </p:nvSpPr>
        <p:spPr>
          <a:xfrm>
            <a:off x="246925" y="121468"/>
            <a:ext cx="8658000" cy="57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800"/>
              <a:buFont typeface="Arial"/>
              <a:buNone/>
            </a:pPr>
            <a:r>
              <a:rPr b="1" i="0" lang="en" sz="2800" u="none" cap="none" strike="noStrike">
                <a:solidFill>
                  <a:schemeClr val="lt1"/>
                </a:solidFill>
                <a:latin typeface="Albert Sans"/>
                <a:ea typeface="Albert Sans"/>
                <a:cs typeface="Albert Sans"/>
                <a:sym typeface="Albert Sans"/>
              </a:rPr>
              <a:t>Title</a:t>
            </a:r>
            <a:endParaRPr b="1" i="0" sz="2800" u="none" cap="none" strike="noStrike">
              <a:solidFill>
                <a:schemeClr val="lt1"/>
              </a:solidFill>
              <a:latin typeface="Albert Sans"/>
              <a:ea typeface="Albert Sans"/>
              <a:cs typeface="Albert Sans"/>
              <a:sym typeface="Albert Sans"/>
            </a:endParaRPr>
          </a:p>
        </p:txBody>
      </p:sp>
      <p:pic>
        <p:nvPicPr>
          <p:cNvPr id="100" name="Google Shape;100;p18" title="logo-SUMMIT-AI.png"/>
          <p:cNvPicPr preferRelativeResize="0"/>
          <p:nvPr/>
        </p:nvPicPr>
        <p:blipFill>
          <a:blip r:embed="rId4">
            <a:alphaModFix/>
          </a:blip>
          <a:stretch>
            <a:fillRect/>
          </a:stretch>
        </p:blipFill>
        <p:spPr>
          <a:xfrm>
            <a:off x="7082846" y="4545650"/>
            <a:ext cx="1822155" cy="419100"/>
          </a:xfrm>
          <a:prstGeom prst="rect">
            <a:avLst/>
          </a:prstGeom>
          <a:noFill/>
          <a:ln>
            <a:noFill/>
          </a:ln>
        </p:spPr>
      </p:pic>
      <p:sp>
        <p:nvSpPr>
          <p:cNvPr id="101" name="Google Shape;101;p18"/>
          <p:cNvSpPr/>
          <p:nvPr/>
        </p:nvSpPr>
        <p:spPr>
          <a:xfrm>
            <a:off x="1635775" y="801425"/>
            <a:ext cx="5880300" cy="3611700"/>
          </a:xfrm>
          <a:prstGeom prst="roundRect">
            <a:avLst>
              <a:gd fmla="val 7700" name="adj"/>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8"/>
          <p:cNvSpPr txBox="1"/>
          <p:nvPr/>
        </p:nvSpPr>
        <p:spPr>
          <a:xfrm>
            <a:off x="3266751" y="2395773"/>
            <a:ext cx="2591400" cy="747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400" u="none" cap="none" strike="noStrike">
                <a:solidFill>
                  <a:srgbClr val="000000"/>
                </a:solidFill>
                <a:latin typeface="Albert Sans"/>
                <a:ea typeface="Albert Sans"/>
                <a:cs typeface="Albert Sans"/>
                <a:sym typeface="Albert Sans"/>
              </a:rPr>
              <a:t>Image</a:t>
            </a:r>
            <a:endParaRPr i="0" sz="1400" u="none" cap="none" strike="noStrike">
              <a:solidFill>
                <a:srgbClr val="000000"/>
              </a:solidFill>
              <a:latin typeface="Albert Sans"/>
              <a:ea typeface="Albert Sans"/>
              <a:cs typeface="Albert Sans"/>
              <a:sym typeface="Albert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